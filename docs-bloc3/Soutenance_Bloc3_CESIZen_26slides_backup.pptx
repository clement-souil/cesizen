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12188952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Déployer et sécuriser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applications informatiques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 3 — INFCDAAL3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36576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834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CESIZen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4663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Clément Souil  |  CESI CDA  |  Juin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Sommaire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74552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5029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17043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Présentation du projet CESIZen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755648"/>
            <a:ext cx="5029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0136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182880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déploiement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414016"/>
            <a:ext cx="5029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59736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248716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CI/CD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072384"/>
            <a:ext cx="5029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118104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314553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maintenance (Ticketing)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730752"/>
            <a:ext cx="5029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7647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380390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sécurisation (OWASP)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17920" y="1097280"/>
            <a:ext cx="5029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1430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12280" y="117043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RGPD &amp; Données personnelles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217920" y="1755648"/>
            <a:ext cx="5029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180136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12280" y="182880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 crise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217920" y="2414016"/>
            <a:ext cx="5029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2459736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12280" y="248716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Veille technologique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217920" y="3072384"/>
            <a:ext cx="5029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3118104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12280" y="314553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274320" y="292608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Présentation du projet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74320" y="37490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CESIZen — Application de bien-être mental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CESIZen — Stack technique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1274552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539496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394960" cy="548640"/>
          </a:xfrm>
          <a:prstGeom prst="rect">
            <a:avLst/>
          </a:prstGeom>
          <a:solidFill>
            <a:srgbClr val="EEF2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 — .NET 9 ASP.NET Core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84832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13055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données — MySQL 8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06624"/>
            <a:ext cx="5394960" cy="548640"/>
          </a:xfrm>
          <a:prstGeom prst="rect">
            <a:avLst/>
          </a:prstGeom>
          <a:solidFill>
            <a:srgbClr val="EEF2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75234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ORM — Entity Framework Core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328416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37413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— JWT Bearer Tokens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950208"/>
            <a:ext cx="5394960" cy="548640"/>
          </a:xfrm>
          <a:prstGeom prst="rect">
            <a:avLst/>
          </a:prstGeom>
          <a:solidFill>
            <a:srgbClr val="EEF2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99592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Déployé sur Railway (PaaS)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1005840"/>
            <a:ext cx="539496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0058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09360" y="1463040"/>
            <a:ext cx="5394960" cy="548640"/>
          </a:xfrm>
          <a:prstGeom prst="rect">
            <a:avLst/>
          </a:prstGeom>
          <a:solidFill>
            <a:srgbClr val="EEF2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— React 18 + Vite + TypeScript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2084832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213055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— React Native + Expo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9360" y="2706624"/>
            <a:ext cx="5394960" cy="548640"/>
          </a:xfrm>
          <a:prstGeom prst="rect">
            <a:avLst/>
          </a:prstGeom>
          <a:solidFill>
            <a:srgbClr val="EEF2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275234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— Tailwind CSS + shadcn/ui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9360" y="3328416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337413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Déployé sur Railway (Static)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09360" y="3950208"/>
            <a:ext cx="5394960" cy="548640"/>
          </a:xfrm>
          <a:prstGeom prst="rect">
            <a:avLst/>
          </a:prstGeom>
          <a:solidFill>
            <a:srgbClr val="EEF2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399592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VITE_API_URL via .env.production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Fonctionnalités implémentées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1274552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Module 1 — Comptes utilisateurs : inscription, connexion, RBAC (USER/ADMIN)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70992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Module 2 — Ressources : affichage filtré, création, approbation admin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368296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Module au choix — Diagnostics Holmes &amp; Rahe : 43 événements, score, historique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026664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Admin mobile : gestion complète depuis l'application React Native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6850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 plateformes : Web + Mobile + API déployée en production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274320" y="292608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déploiement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74320" y="37490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Flow · Railway · Environnements dev/test/prod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Stratégie de versioning — Git Flow adapté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1274552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539496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Branches protégées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394960" cy="548640"/>
          </a:xfrm>
          <a:prstGeom prst="rect">
            <a:avLst/>
          </a:prstGeom>
          <a:solidFill>
            <a:srgbClr val="EEF2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→ Production (PR obligatoire + CI verte)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84832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13055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→ Intégration (PR obligatoire + CI verte)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06624"/>
            <a:ext cx="5394960" cy="548640"/>
          </a:xfrm>
          <a:prstGeom prst="rect">
            <a:avLst/>
          </a:prstGeom>
          <a:solidFill>
            <a:srgbClr val="EEF2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75234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 commit direct autorisé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328416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37413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Convention : feat:, fix:, ci:, security: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1005840"/>
            <a:ext cx="539496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0058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Branches de travail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1463040"/>
            <a:ext cx="5394960" cy="548640"/>
          </a:xfrm>
          <a:prstGeom prst="rect">
            <a:avLst/>
          </a:prstGeom>
          <a:solidFill>
            <a:srgbClr val="EEF2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feature/* → Nouvelles fonctionnalités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2084832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13055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fix/* → Corrections de bugs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2706624"/>
            <a:ext cx="5394960" cy="548640"/>
          </a:xfrm>
          <a:prstGeom prst="rect">
            <a:avLst/>
          </a:prstGeom>
          <a:solidFill>
            <a:srgbClr val="EEF2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275234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security/* → Correctifs sécurité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9360" y="3328416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337413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docs/* → Documentation technique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Environnements de déploiement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1274552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Développement : localhost (dotnet run / npm run dev / WampServer MySQL)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70992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 / CI : GitHub Actions (ubuntu-latest) — build, tests, lint, scan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368296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: Railway (API + Web + MySQL) — déploiement auto au merge sur master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026664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Secrets : appsettings.json (dev) → GitHub Secrets (CI) → Railway Variables (prod)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6850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Rollback : Redeploy Railway sur version stable en &lt; 2 minutes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274320" y="292608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CI/CD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74320" y="37490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— 4 jobs automatisés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GitHub Actions — ci.yml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1274552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Job 1 — API Build &amp; Test : Setup .NET 9 → Restore → Build Release → xUnit Tests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70992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Job 2 — Web Lint &amp; Build : Setup Node 20 → npm ci --ignore-scripts → ESLint → Vite build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368296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Job 3 — Security Trivy : Scan CVE CRITICAL/HIGH sur les dépendances .NET (informatif)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026664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Job 4 — SonarCloud : Analyse statique + Quality Gate (bloquant si non passé)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6850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Déclenchement : chaque push et pull request sur develop et master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du pipeline CI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1274552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539496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Mesures supply chain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394960" cy="548640"/>
          </a:xfrm>
          <a:prstGeom prst="rect">
            <a:avLst/>
          </a:prstGeom>
          <a:solidFill>
            <a:srgbClr val="EEF2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tierces épinglées sur SHA complet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84832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13055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ci --ignore-scripts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06624"/>
            <a:ext cx="5394960" cy="548640"/>
          </a:xfrm>
          <a:prstGeom prst="rect">
            <a:avLst/>
          </a:prstGeom>
          <a:solidFill>
            <a:srgbClr val="EEF2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75234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SONAR_TOKEN via env var (pas ${{ }})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328416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37413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JWT_KEY via GitHub Secrets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1005840"/>
            <a:ext cx="539496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0058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Qualité SonarCloud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1463040"/>
            <a:ext cx="5394960" cy="548640"/>
          </a:xfrm>
          <a:prstGeom prst="rect">
            <a:avLst/>
          </a:prstGeom>
          <a:solidFill>
            <a:srgbClr val="EEF2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Gate bloquant sur les PRs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2084832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13055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CI (non automatique)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2706624"/>
            <a:ext cx="5394960" cy="548640"/>
          </a:xfrm>
          <a:prstGeom prst="rect">
            <a:avLst/>
          </a:prstGeom>
          <a:solidFill>
            <a:srgbClr val="EEF2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275234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 détectées et corrigées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9360" y="3328416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337413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 : clement-souil86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274320" y="292608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maintenance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74320" y="37490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Issues — Ticketing &amp; évolutions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Issues — Configuration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1274552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539496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394960" cy="548640"/>
          </a:xfrm>
          <a:prstGeom prst="rect">
            <a:avLst/>
          </a:prstGeom>
          <a:solidFill>
            <a:srgbClr val="EEF2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— Dysfonctionnement identifié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84832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13055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enhancement — Nouvelle fonctionnalité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06624"/>
            <a:ext cx="5394960" cy="548640"/>
          </a:xfrm>
          <a:prstGeom prst="rect">
            <a:avLst/>
          </a:prstGeom>
          <a:solidFill>
            <a:srgbClr val="EEF2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75234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— Vulnérabilité / risque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328416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37413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— Mise à jour docs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950208"/>
            <a:ext cx="5394960" cy="548640"/>
          </a:xfrm>
          <a:prstGeom prst="rect">
            <a:avLst/>
          </a:prstGeom>
          <a:solidFill>
            <a:srgbClr val="EEF2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99592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veille — Info veille technologique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6177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priority: high — Traitement urgent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1005840"/>
            <a:ext cx="539496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0058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09360" y="1463040"/>
            <a:ext cx="5394960" cy="548640"/>
          </a:xfrm>
          <a:prstGeom prst="rect">
            <a:avLst/>
          </a:prstGeom>
          <a:solidFill>
            <a:srgbClr val="EEF2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v1.0.0 — Livrable Bloc 2 (19/05/2026)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9360" y="2084832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213055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v1.1.0 — Déploiement &amp; sécurisation Bloc 3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9360" y="2706624"/>
            <a:ext cx="5394960" cy="548640"/>
          </a:xfrm>
          <a:prstGeom prst="rect">
            <a:avLst/>
          </a:prstGeom>
          <a:solidFill>
            <a:srgbClr val="EEF2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275234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v2.0.0 — Évolutions futures (reset mdp…)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09360" y="3328416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337413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 : Détection → Triage → Dev → PR → Merge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274320" y="292608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sécurisation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74320" y="37490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Top 10 — Analyse &amp; actions correctives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sécurisation — OWASP Top 10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1274552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4114800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Vulnérabilité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960120"/>
            <a:ext cx="822960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663440" y="96012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577840" y="960120"/>
            <a:ext cx="4114800" cy="3474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577840" y="960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 CESIZen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344168"/>
            <a:ext cx="4114800" cy="402336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8988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A01 Broken Access Control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344168"/>
            <a:ext cx="822960" cy="402336"/>
          </a:xfrm>
          <a:prstGeom prst="rect">
            <a:avLst/>
          </a:prstGeom>
          <a:solidFill>
            <a:srgbClr val="FECACA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389888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577840" y="1344168"/>
            <a:ext cx="6611112" cy="402336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0" y="1389888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Couvert — JWT RBAC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1792224"/>
            <a:ext cx="411480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183794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A02 Cryptographic Failures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1792224"/>
            <a:ext cx="822960" cy="402336"/>
          </a:xfrm>
          <a:prstGeom prst="rect">
            <a:avLst/>
          </a:prstGeom>
          <a:solidFill>
            <a:srgbClr val="FED7AA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1837944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577840" y="1792224"/>
            <a:ext cx="6611112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0" y="1837944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Couvert — JWT secret, HTTPS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240280"/>
            <a:ext cx="4114800" cy="402336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28600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A03 Injection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2240280"/>
            <a:ext cx="822960" cy="402336"/>
          </a:xfrm>
          <a:prstGeom prst="rect">
            <a:avLst/>
          </a:prstGeom>
          <a:solidFill>
            <a:srgbClr val="FED7AA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228600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577840" y="2240280"/>
            <a:ext cx="6611112" cy="402336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0" y="2286000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Couvert — EF Core ORM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2688336"/>
            <a:ext cx="411480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2734056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A04 Insecure Design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2688336"/>
            <a:ext cx="822960" cy="402336"/>
          </a:xfrm>
          <a:prstGeom prst="rect">
            <a:avLst/>
          </a:prstGeom>
          <a:solidFill>
            <a:srgbClr val="FED7AA"/>
          </a:solidFill>
          <a:ln/>
        </p:spPr>
      </p:sp>
      <p:sp>
        <p:nvSpPr>
          <p:cNvPr id="31" name="Text 29"/>
          <p:cNvSpPr/>
          <p:nvPr/>
        </p:nvSpPr>
        <p:spPr>
          <a:xfrm>
            <a:off x="4663440" y="2734056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577840" y="2688336"/>
            <a:ext cx="6611112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0" y="273405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Partiel — rate limiting planifié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3136392"/>
            <a:ext cx="4114800" cy="402336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318211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A05 Security Misconfiguration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63440" y="3136392"/>
            <a:ext cx="822960" cy="402336"/>
          </a:xfrm>
          <a:prstGeom prst="rect">
            <a:avLst/>
          </a:prstGeom>
          <a:solidFill>
            <a:srgbClr val="FED7AA"/>
          </a:solidFill>
          <a:ln/>
        </p:spPr>
      </p:sp>
      <p:sp>
        <p:nvSpPr>
          <p:cNvPr id="37" name="Text 35"/>
          <p:cNvSpPr/>
          <p:nvPr/>
        </p:nvSpPr>
        <p:spPr>
          <a:xfrm>
            <a:off x="4663440" y="3182112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577840" y="3136392"/>
            <a:ext cx="6611112" cy="402336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9" name="Text 37"/>
          <p:cNvSpPr/>
          <p:nvPr/>
        </p:nvSpPr>
        <p:spPr>
          <a:xfrm>
            <a:off x="5669280" y="3182112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Partiel — CORS à restreindre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3584448"/>
            <a:ext cx="411480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363016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A06 Vulnerable Components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663440" y="3584448"/>
            <a:ext cx="822960" cy="402336"/>
          </a:xfrm>
          <a:prstGeom prst="rect">
            <a:avLst/>
          </a:prstGeom>
          <a:solidFill>
            <a:srgbClr val="FED7AA"/>
          </a:solidFill>
          <a:ln/>
        </p:spPr>
      </p:sp>
      <p:sp>
        <p:nvSpPr>
          <p:cNvPr id="43" name="Text 41"/>
          <p:cNvSpPr/>
          <p:nvPr/>
        </p:nvSpPr>
        <p:spPr>
          <a:xfrm>
            <a:off x="4663440" y="3630168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577840" y="3584448"/>
            <a:ext cx="6611112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5669280" y="3630168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Couvert — Trivy CI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7200" y="4032504"/>
            <a:ext cx="4114800" cy="402336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47" name="Text 45"/>
          <p:cNvSpPr/>
          <p:nvPr/>
        </p:nvSpPr>
        <p:spPr>
          <a:xfrm>
            <a:off x="548640" y="407822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A07 Auth Failures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663440" y="4032504"/>
            <a:ext cx="822960" cy="402336"/>
          </a:xfrm>
          <a:prstGeom prst="rect">
            <a:avLst/>
          </a:prstGeom>
          <a:solidFill>
            <a:srgbClr val="FECACA"/>
          </a:solidFill>
          <a:ln/>
        </p:spPr>
      </p:sp>
      <p:sp>
        <p:nvSpPr>
          <p:cNvPr id="49" name="Text 47"/>
          <p:cNvSpPr/>
          <p:nvPr/>
        </p:nvSpPr>
        <p:spPr>
          <a:xfrm>
            <a:off x="4663440" y="4078224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5577840" y="4032504"/>
            <a:ext cx="6611112" cy="402336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51" name="Text 49"/>
          <p:cNvSpPr/>
          <p:nvPr/>
        </p:nvSpPr>
        <p:spPr>
          <a:xfrm>
            <a:off x="5669280" y="4078224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Partiel — bruteforce planifié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7200" y="4480560"/>
            <a:ext cx="411480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548640" y="452628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A08 Data Integrity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663440" y="4480560"/>
            <a:ext cx="822960" cy="402336"/>
          </a:xfrm>
          <a:prstGeom prst="rect">
            <a:avLst/>
          </a:prstGeom>
          <a:solidFill>
            <a:srgbClr val="FED7AA"/>
          </a:solidFill>
          <a:ln/>
        </p:spPr>
      </p:sp>
      <p:sp>
        <p:nvSpPr>
          <p:cNvPr id="55" name="Text 53"/>
          <p:cNvSpPr/>
          <p:nvPr/>
        </p:nvSpPr>
        <p:spPr>
          <a:xfrm>
            <a:off x="4663440" y="4526280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5577840" y="4480560"/>
            <a:ext cx="6611112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5669280" y="4526280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Couvert — SHA pinning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57200" y="4928616"/>
            <a:ext cx="4114800" cy="402336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59" name="Text 57"/>
          <p:cNvSpPr/>
          <p:nvPr/>
        </p:nvSpPr>
        <p:spPr>
          <a:xfrm>
            <a:off x="548640" y="4974336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A09 Logging &amp; Monitoring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663440" y="4928616"/>
            <a:ext cx="822960" cy="402336"/>
          </a:xfrm>
          <a:prstGeom prst="rect">
            <a:avLst/>
          </a:prstGeom>
          <a:solidFill>
            <a:srgbClr val="FED7AA"/>
          </a:solidFill>
          <a:ln/>
        </p:spPr>
      </p:sp>
      <p:sp>
        <p:nvSpPr>
          <p:cNvPr id="61" name="Text 59"/>
          <p:cNvSpPr/>
          <p:nvPr/>
        </p:nvSpPr>
        <p:spPr>
          <a:xfrm>
            <a:off x="4663440" y="4974336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5577840" y="4928616"/>
            <a:ext cx="6611112" cy="402336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63" name="Text 61"/>
          <p:cNvSpPr/>
          <p:nvPr/>
        </p:nvSpPr>
        <p:spPr>
          <a:xfrm>
            <a:off x="5669280" y="497433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Partiel — journalisation planifiée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457200" y="5376672"/>
            <a:ext cx="411480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Text 63"/>
          <p:cNvSpPr/>
          <p:nvPr/>
        </p:nvSpPr>
        <p:spPr>
          <a:xfrm>
            <a:off x="548640" y="542239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A10 SSRF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4663440" y="5376672"/>
            <a:ext cx="822960" cy="402336"/>
          </a:xfrm>
          <a:prstGeom prst="rect">
            <a:avLst/>
          </a:prstGeom>
          <a:solidFill>
            <a:srgbClr val="BBF7D0"/>
          </a:solidFill>
          <a:ln/>
        </p:spPr>
      </p:sp>
      <p:sp>
        <p:nvSpPr>
          <p:cNvPr id="67" name="Text 65"/>
          <p:cNvSpPr/>
          <p:nvPr/>
        </p:nvSpPr>
        <p:spPr>
          <a:xfrm>
            <a:off x="4663440" y="5422392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5577840" y="5376672"/>
            <a:ext cx="6611112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Text 67"/>
          <p:cNvSpPr/>
          <p:nvPr/>
        </p:nvSpPr>
        <p:spPr>
          <a:xfrm>
            <a:off x="5669280" y="5422392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 — aucun appel externe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correctives — Priorités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1274552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IMPLÉMENTÉ — A01 : JWT RBAC (USER/ADMIN) sur tous les endpoints sensibles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70992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IMPLÉMENTÉ — A02 : Clé JWT sortie du code source → GitHub Secrets + Railway Variables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368296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IMPLÉMENTÉ — A03 : Entity Framework Core (requêtes paramétrées, 0 SQL brut)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026664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IMPLÉMENTÉ — A06 : Trivy scan CRITICAL/HIGH à chaque CI/CD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6850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PLANIFIÉ — A07 : Rate limiting login + politique complexité mot de passe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4343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PLANIFIÉ — A05 : Restriction CORS en production (URL Railway uniquement)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274320" y="292608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RGPD &amp; Données personnelles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74320" y="37490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Registre des traitements · Droits · Mesures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collectées &amp; protection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1274552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539496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personnelles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394960" cy="548640"/>
          </a:xfrm>
          <a:prstGeom prst="rect">
            <a:avLst/>
          </a:prstGeom>
          <a:solidFill>
            <a:srgbClr val="EEF2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— identification / connexion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84832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13055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 de passe — HACHÉ (jamais en clair)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06624"/>
            <a:ext cx="5394960" cy="548640"/>
          </a:xfrm>
          <a:prstGeom prst="rect">
            <a:avLst/>
          </a:prstGeom>
          <a:solidFill>
            <a:srgbClr val="EEF2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75234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Rôle utilisateur — contrôle d'accès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328416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37413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 stress — DONNÉE DE SANTÉ (Art.9)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950208"/>
            <a:ext cx="5394960" cy="548640"/>
          </a:xfrm>
          <a:prstGeom prst="rect">
            <a:avLst/>
          </a:prstGeom>
          <a:solidFill>
            <a:srgbClr val="EEF2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99592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Holmes &amp; Rahe — donnée sensible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1005840"/>
            <a:ext cx="539496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0058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Mesures de protection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09360" y="1463040"/>
            <a:ext cx="5394960" cy="548640"/>
          </a:xfrm>
          <a:prstGeom prst="rect">
            <a:avLst/>
          </a:prstGeom>
          <a:solidFill>
            <a:srgbClr val="EEF2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automatique Railway (TLS)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2084832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213055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Accès diagnostic restreint à l'utilisateur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9360" y="2706624"/>
            <a:ext cx="5394960" cy="548640"/>
          </a:xfrm>
          <a:prstGeom prst="rect">
            <a:avLst/>
          </a:prstGeom>
          <a:solidFill>
            <a:srgbClr val="EEF2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275234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Séparation dev / prod (0 donnée réelle en dev)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9360" y="3328416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337413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Suppression en cascade compte + diagnostics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09360" y="3950208"/>
            <a:ext cx="5394960" cy="548640"/>
          </a:xfrm>
          <a:prstGeom prst="rect">
            <a:avLst/>
          </a:prstGeom>
          <a:solidFill>
            <a:srgbClr val="EEF2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399592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: 2 ans max pour les diagnostics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274320" y="292608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 crise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74320" y="37490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scénarios · Escalade · Communication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Scénarios de crise &amp; réponse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1274552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539496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— Critique (&lt; 30 min)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394960" cy="548640"/>
          </a:xfrm>
          <a:prstGeom prst="rect">
            <a:avLst/>
          </a:prstGeom>
          <a:solidFill>
            <a:srgbClr val="EEF2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Fuite de données → Isolation Railway + reset credentials + CNIL 72h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84832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13055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Compromission CI/CD → Désactivation pipeline + reset secrets + audit commits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005840"/>
            <a:ext cx="539496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0058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P2/P3 — Majeur/Mineur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1463040"/>
            <a:ext cx="5394960" cy="548640"/>
          </a:xfrm>
          <a:prstGeom prst="rect">
            <a:avLst/>
          </a:prstGeom>
          <a:solidFill>
            <a:srgbClr val="EEF2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Indisponibilité → Vérif Railway status → Rollback Redeploy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2084832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213055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Intrusion détectée → Analyse logs → Ticket security → Hotfix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2706624"/>
            <a:ext cx="5394960" cy="548640"/>
          </a:xfrm>
          <a:prstGeom prst="rect">
            <a:avLst/>
          </a:prstGeom>
          <a:solidFill>
            <a:srgbClr val="EEF2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275234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RTO : &lt; 2h | RPO : &lt; 24h (sauvegardes Railway)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3328416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337413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Post-mortem : GitHub Issues (chronologie + cause racine)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274320" y="292608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Veille technologique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74320" y="37490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Méthode · Sources · Actions concrètes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&amp; actions issues de la veille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1274552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539496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principales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394960" cy="548640"/>
          </a:xfrm>
          <a:prstGeom prst="rect">
            <a:avLst/>
          </a:prstGeom>
          <a:solidFill>
            <a:srgbClr val="EEF2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NVD / ANSSI — CVE quotidiennes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84832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13055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— guides et cheat sheets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06624"/>
            <a:ext cx="5394960" cy="548640"/>
          </a:xfrm>
          <a:prstGeom prst="rect">
            <a:avLst/>
          </a:prstGeom>
          <a:solidFill>
            <a:srgbClr val="EEF2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75234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devblogs.microsoft.com/dotnet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328416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37413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Changelog — Actions CI/CD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950208"/>
            <a:ext cx="5394960" cy="548640"/>
          </a:xfrm>
          <a:prstGeom prst="rect">
            <a:avLst/>
          </a:prstGeom>
          <a:solidFill>
            <a:srgbClr val="EEF2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99592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TLDR Security — synthèse hebdo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6177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Trivy / SonarCloud / Dependabot (auto)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1005840"/>
            <a:ext cx="539496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00584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appliquées à CESIZen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09360" y="1463040"/>
            <a:ext cx="5394960" cy="548640"/>
          </a:xfrm>
          <a:prstGeom prst="rect">
            <a:avLst/>
          </a:prstGeom>
          <a:solidFill>
            <a:srgbClr val="EEF2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attack → SHA pinning Actions GitHub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9360" y="2084832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213055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injection → --ignore-scripts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9360" y="2706624"/>
            <a:ext cx="5394960" cy="548640"/>
          </a:xfrm>
          <a:prstGeom prst="rect">
            <a:avLst/>
          </a:prstGeom>
          <a:solidFill>
            <a:srgbClr val="EEF2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275234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CI → env vars ($SONAR_TOKEN)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09360" y="3328416"/>
            <a:ext cx="53949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337413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2021 → analyse complète appliquée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09360" y="3950208"/>
            <a:ext cx="5394960" cy="548640"/>
          </a:xfrm>
          <a:prstGeom prst="rect">
            <a:avLst/>
          </a:prstGeom>
          <a:solidFill>
            <a:srgbClr val="EEF2FF"/>
          </a:solidFill>
          <a:ln w="6350">
            <a:solidFill>
              <a:srgbClr val="DBEA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399592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RGPD Art.9 → protection données de santé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274320" y="292608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74320" y="37490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Environnement de production · GitHub · SonarCloud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Environnement de production Railway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1274552" cy="749808"/>
          </a:xfrm>
          <a:prstGeom prst="rect">
            <a:avLst/>
          </a:prstGeom>
          <a:solidFill>
            <a:srgbClr val="1E3A5F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9280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API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17520" y="19202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cesizen-production-7dc4.up.railway.app/api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11274552" cy="749808"/>
          </a:xfrm>
          <a:prstGeom prst="rect">
            <a:avLst/>
          </a:prstGeom>
          <a:solidFill>
            <a:srgbClr val="1E3A5F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76148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 Web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17520" y="278892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Railway (service cesizen-web)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11274552" cy="749808"/>
          </a:xfrm>
          <a:prstGeom prst="rect">
            <a:avLst/>
          </a:prstGeom>
          <a:solidFill>
            <a:srgbClr val="1E3A5F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63016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🔀  CI/CD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17520" y="365760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github.com/Clement-Souil/CesiZen → Actions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434840"/>
            <a:ext cx="11274552" cy="749808"/>
          </a:xfrm>
          <a:prstGeom prst="rect">
            <a:avLst/>
          </a:prstGeom>
          <a:solidFill>
            <a:srgbClr val="1E3A5F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49884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🐛  Tickets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017520" y="452628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github.com/Clement-Souil/CesiZen → Issues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5303520"/>
            <a:ext cx="11274552" cy="749808"/>
          </a:xfrm>
          <a:prstGeom prst="rect">
            <a:avLst/>
          </a:prstGeom>
          <a:solidFill>
            <a:srgbClr val="1E3A5F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36752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SonarCloud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017520" y="539496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sonarcloud.io → Clement-Souil_CesiZen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Bilan des critères Bloc 3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1274552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5394960" cy="114300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11430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Environnement déployé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6002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Railway API + Web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5394960" cy="114300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51560" y="24231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CI/CD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880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(4 jobs)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394960" cy="114300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51560" y="370332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41605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Flow + branch protection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892040"/>
            <a:ext cx="5394960" cy="114300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51560" y="49834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54406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Issues (labels + milestones)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1051560"/>
            <a:ext cx="5394960" cy="114300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03720" y="11430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OWASP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03720" y="16002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10/10 analysés — 90% couverts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2331720"/>
            <a:ext cx="5394960" cy="114300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903720" y="24231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RGPD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03720" y="2880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Registre + droits + mesures sécurité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09360" y="3611880"/>
            <a:ext cx="5394960" cy="114300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903720" y="370332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 crise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03720" y="41605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scénarios documentés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09360" y="4892040"/>
            <a:ext cx="5394960" cy="114300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903720" y="49834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Veille techno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903720" y="54406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multiples + automatisée CI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?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114800" y="3657600"/>
            <a:ext cx="39593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9319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Clément Souil  ·  CESI CDA Bloc 3  ·  Juin 2026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4480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github.com/Clement-Souil/CesiZen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CESIZen — Bloc 3 Soutenance</dc:title>
  <dc:subject>PptxGenJS Presentation</dc:subject>
  <dc:creator>PptxGenJS</dc:creator>
  <cp:lastModifiedBy>PptxGenJS</cp:lastModifiedBy>
  <cp:revision>1</cp:revision>
  <dcterms:created xsi:type="dcterms:W3CDTF">2026-06-20T11:17:40Z</dcterms:created>
  <dcterms:modified xsi:type="dcterms:W3CDTF">2026-06-20T11:17:40Z</dcterms:modified>
</cp:coreProperties>
</file>